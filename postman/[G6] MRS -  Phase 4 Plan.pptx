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cda64d4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cda64d4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6cda64d4e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6cda64d4e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99c0c007b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99c0c007b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cda64d4e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cda64d4e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99c0c007b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99c0c007b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MRS Phase 4 Plan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11/08/2026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853056" y="4235102"/>
            <a:ext cx="10908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675" lIns="62675" spcFirstLastPara="1" rIns="62675" wrap="square" tIns="6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4">
                <a:solidFill>
                  <a:srgbClr val="595959"/>
                </a:solidFill>
              </a:rPr>
              <a:t>     Token</a:t>
            </a:r>
            <a:r>
              <a:rPr lang="en" sz="1234">
                <a:solidFill>
                  <a:srgbClr val="595959"/>
                </a:solidFill>
              </a:rPr>
              <a:t> </a:t>
            </a:r>
            <a:endParaRPr sz="1234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4">
                <a:solidFill>
                  <a:srgbClr val="595959"/>
                </a:solidFill>
              </a:rPr>
              <a:t>Sample </a:t>
            </a:r>
            <a:r>
              <a:rPr lang="en" sz="1234">
                <a:solidFill>
                  <a:srgbClr val="595959"/>
                </a:solidFill>
              </a:rPr>
              <a:t>icon</a:t>
            </a:r>
            <a:endParaRPr sz="1234">
              <a:solidFill>
                <a:srgbClr val="595959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4250306" y="4275278"/>
            <a:ext cx="11880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675" lIns="62675" spcFirstLastPara="1" rIns="62675" wrap="square" tIns="6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4">
                <a:solidFill>
                  <a:srgbClr val="595959"/>
                </a:solidFill>
              </a:rPr>
              <a:t>Battle Point</a:t>
            </a:r>
            <a:endParaRPr sz="1234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4">
                <a:solidFill>
                  <a:srgbClr val="595959"/>
                </a:solidFill>
              </a:rPr>
              <a:t>Sample icon</a:t>
            </a:r>
            <a:endParaRPr sz="1234">
              <a:solidFill>
                <a:srgbClr val="595959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448191" y="316578"/>
            <a:ext cx="55839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C</a:t>
            </a:r>
            <a:r>
              <a:rPr b="1" lang="en" sz="1100">
                <a:solidFill>
                  <a:srgbClr val="000000"/>
                </a:solidFill>
              </a:rPr>
              <a:t>hange the Token and Battle Point icons for </a:t>
            </a:r>
            <a:r>
              <a:rPr b="1" lang="en" sz="1100"/>
              <a:t>all station</a:t>
            </a:r>
            <a:r>
              <a:rPr b="1" lang="en" sz="1100">
                <a:solidFill>
                  <a:srgbClr val="000000"/>
                </a:solidFill>
              </a:rPr>
              <a:t>.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Please apply this change across all MRS mini games, not only Lucky Spin.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Affected pages: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Lucky Spin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Penalty Kick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Smash Egg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Avatar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Any other mini game pages that display Token / Battle Point icons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Keep the existing layout and design. Only replace the icons.</a:t>
            </a:r>
            <a:endParaRPr b="1" sz="1100">
              <a:solidFill>
                <a:srgbClr val="000000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84" y="111482"/>
            <a:ext cx="2856226" cy="49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1543808" y="111482"/>
            <a:ext cx="1090800" cy="361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6329" y="2990375"/>
            <a:ext cx="1284899" cy="128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7525" y="2844075"/>
            <a:ext cx="1468926" cy="146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95793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2268" y="2884700"/>
            <a:ext cx="6391009" cy="21064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879200" y="48825"/>
            <a:ext cx="557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2900676" y="64411"/>
            <a:ext cx="6044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All Station – Add National Day elements 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Menu Bar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Bottom Navigation Bar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existing background, theme, and overall UI design unchanged.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add simple National Day decorations/elements to these two areas.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" name="Google Shape;75;p15"/>
          <p:cNvCxnSpPr/>
          <p:nvPr/>
        </p:nvCxnSpPr>
        <p:spPr>
          <a:xfrm rot="10800000">
            <a:off x="1385100" y="536800"/>
            <a:ext cx="1524900" cy="7947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5"/>
          <p:cNvCxnSpPr/>
          <p:nvPr/>
        </p:nvCxnSpPr>
        <p:spPr>
          <a:xfrm flipH="1">
            <a:off x="3092825" y="1761025"/>
            <a:ext cx="676200" cy="19434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80448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3083275" y="243000"/>
            <a:ext cx="4449600" cy="47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All Station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Add New Leaderboard: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</a:rPr>
              <a:t>Top Turnover Leaderboard</a:t>
            </a:r>
            <a:endParaRPr b="1" sz="1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Purpose: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Create a new leaderboard for the </a:t>
            </a:r>
            <a:r>
              <a:rPr b="1" lang="en" sz="1500">
                <a:solidFill>
                  <a:srgbClr val="0000FF"/>
                </a:solidFill>
              </a:rPr>
              <a:t>National Day Event (31/8 – 16/9).</a:t>
            </a:r>
            <a:endParaRPr b="1" sz="1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Ranking Calculation: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Ranking is based on </a:t>
            </a:r>
            <a:r>
              <a:rPr b="1" lang="en" sz="1200">
                <a:solidFill>
                  <a:schemeClr val="dk1"/>
                </a:solidFill>
              </a:rPr>
              <a:t>Total Turnover (Total Bet)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Only count turnover generated during the event period (</a:t>
            </a:r>
            <a:r>
              <a:rPr b="1" lang="en" sz="1200">
                <a:solidFill>
                  <a:schemeClr val="dk1"/>
                </a:solidFill>
              </a:rPr>
              <a:t>31/8 00:00 – 16/9 23:59 GMT+8</a:t>
            </a:r>
            <a:r>
              <a:rPr lang="en" sz="1200">
                <a:solidFill>
                  <a:schemeClr val="dk1"/>
                </a:solidFill>
              </a:rPr>
              <a:t>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Note: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</a:rPr>
              <a:t>It will be a separate leaderboard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</a:rPr>
              <a:t>Maintenance button will separate with other leaderboard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59952" cy="43398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7"/>
          <p:cNvCxnSpPr/>
          <p:nvPr/>
        </p:nvCxnSpPr>
        <p:spPr>
          <a:xfrm flipH="1">
            <a:off x="3172025" y="579850"/>
            <a:ext cx="2261400" cy="30411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7"/>
          <p:cNvSpPr txBox="1"/>
          <p:nvPr/>
        </p:nvSpPr>
        <p:spPr>
          <a:xfrm>
            <a:off x="5347525" y="152400"/>
            <a:ext cx="3726000" cy="27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Top Turnover Leaderboard Event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Add </a:t>
            </a:r>
            <a:r>
              <a:rPr b="1" lang="en" sz="1600">
                <a:solidFill>
                  <a:srgbClr val="000000"/>
                </a:solidFill>
              </a:rPr>
              <a:t>Top Turnover</a:t>
            </a:r>
            <a:r>
              <a:rPr lang="en" sz="1600">
                <a:solidFill>
                  <a:srgbClr val="000000"/>
                </a:solidFill>
              </a:rPr>
              <a:t> under Leaderboard.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Add </a:t>
            </a:r>
            <a:r>
              <a:rPr b="1" lang="en" sz="1600">
                <a:solidFill>
                  <a:srgbClr val="000000"/>
                </a:solidFill>
              </a:rPr>
              <a:t>EVENT</a:t>
            </a:r>
            <a:r>
              <a:rPr lang="en" sz="1600">
                <a:solidFill>
                  <a:srgbClr val="000000"/>
                </a:solidFill>
              </a:rPr>
              <a:t> label.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Show event period below:</a:t>
            </a:r>
            <a:br>
              <a:rPr lang="en" sz="1600">
                <a:solidFill>
                  <a:srgbClr val="000000"/>
                </a:solidFill>
              </a:rPr>
            </a:br>
            <a:r>
              <a:rPr lang="en" sz="1600">
                <a:solidFill>
                  <a:srgbClr val="000000"/>
                </a:solidFill>
              </a:rPr>
              <a:t> </a:t>
            </a:r>
            <a:r>
              <a:rPr b="1" lang="en" sz="1600">
                <a:solidFill>
                  <a:srgbClr val="000000"/>
                </a:solidFill>
              </a:rPr>
              <a:t>31 Aug - 16 Sep</a:t>
            </a:r>
            <a:endParaRPr b="1"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Same style as current Leaderboard menu.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83167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/>
          <p:nvPr/>
        </p:nvSpPr>
        <p:spPr>
          <a:xfrm>
            <a:off x="253520" y="878900"/>
            <a:ext cx="2577600" cy="1335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18"/>
          <p:cNvCxnSpPr/>
          <p:nvPr/>
        </p:nvCxnSpPr>
        <p:spPr>
          <a:xfrm flipH="1">
            <a:off x="2011325" y="566225"/>
            <a:ext cx="2332500" cy="11241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8"/>
          <p:cNvSpPr txBox="1"/>
          <p:nvPr/>
        </p:nvSpPr>
        <p:spPr>
          <a:xfrm>
            <a:off x="4343825" y="306279"/>
            <a:ext cx="4709100" cy="4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All Leaderboard – Replace with My Rank Section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Please replace the existing </a:t>
            </a:r>
            <a:r>
              <a:rPr b="1" lang="en" sz="1100">
                <a:solidFill>
                  <a:schemeClr val="dk1"/>
                </a:solidFill>
              </a:rPr>
              <a:t>“Top 20 All Leaderboard” section</a:t>
            </a:r>
            <a:r>
              <a:rPr lang="en" sz="1100">
                <a:solidFill>
                  <a:schemeClr val="dk1"/>
                </a:solidFill>
              </a:rPr>
              <a:t> with a </a:t>
            </a:r>
            <a:r>
              <a:rPr b="1" lang="en" sz="1100">
                <a:solidFill>
                  <a:schemeClr val="dk1"/>
                </a:solidFill>
              </a:rPr>
              <a:t>“My Rank” section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My Rank section should display: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Member’s actual current ranking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Member’s current Total Turnover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Additional turnover required to reach the next rank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Progress bar toward the next rank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member’s actual ranking must be displayed even if they are outside the Top 20.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Rank #186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Total Deposit : RM25,680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RM1,250 more to reach Rank #185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