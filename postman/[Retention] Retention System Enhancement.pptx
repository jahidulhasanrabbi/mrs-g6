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d5bc1f6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d5bc1f6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3d5bc1f60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3d5bc1f60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br>
              <a:rPr lang="en"/>
            </a:br>
            <a:r>
              <a:rPr lang="en"/>
              <a:t>1. Please let me know the Calculation</a:t>
            </a:r>
            <a:br>
              <a:rPr lang="en"/>
            </a:br>
            <a:br>
              <a:rPr lang="en"/>
            </a:br>
            <a:r>
              <a:rPr lang="en"/>
              <a:t>- Repeat Rate = Members with 2+ successful deposits ÷ Total Assigned Members × 100%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75712d0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75712d0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1. </a:t>
            </a:r>
            <a:r>
              <a:rPr lang="en">
                <a:solidFill>
                  <a:schemeClr val="dk1"/>
                </a:solidFill>
              </a:rPr>
              <a:t>Please let me know the Calculation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Achievement % = Actual Result ÷ Target × 100%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already discussed the calculation before. I added the target amount, but the Achievement % is still the same.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7b6091d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7b6091d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br>
              <a:rPr lang="en"/>
            </a:br>
            <a:r>
              <a:rPr lang="en"/>
              <a:t>1. Did you need add on total sales ticket in this table? As i saw in system dont have this </a:t>
            </a:r>
            <a:br>
              <a:rPr lang="en"/>
            </a:br>
            <a:r>
              <a:rPr lang="en"/>
              <a:t>2. </a:t>
            </a:r>
            <a:r>
              <a:rPr lang="en"/>
              <a:t>Which mean for now the calculation is based on all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No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The current calculation result is incorrect.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I’m not sure where the current data is pulling from, but the displayed data does not match the PIC’s assigned members.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calculation should be based on each PIC’s assigned members only.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br>
              <a:rPr lang="en"/>
            </a:br>
            <a:r>
              <a:rPr lang="en"/>
              <a:t>If Jason has 100 assigned members, Jason’s Performance Summary should only calculate data from these 100 members.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for Eddie, the Performance Summary should only calculate based on Eddie’s assigned members.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7b6091d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7b6091d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br>
              <a:rPr lang="en"/>
            </a:br>
            <a:r>
              <a:rPr lang="en"/>
              <a:t>1. Also calculate by assigned member?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1，</a:t>
            </a:r>
            <a:r>
              <a:rPr lang="en"/>
              <a:t>yes ，correct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7b6091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7b6091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7b6091d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67b6091d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8c85dc1a_9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98c85dc1a_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98c85dc1a_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98c85dc1a_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8c85dc1a_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98c85dc1a_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8d92f581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98d92f58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b1fc7aa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b1fc7a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6929f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6929f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Enhancement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 August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6950" y="3320751"/>
            <a:ext cx="90501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Retention System Access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 "View Member Phone Number" permission.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If disabled, users cannot view phone numbers of members not assigned to them.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Users can only view phone numbers of their own assigned members.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74885" cy="316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299934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152400" y="3221500"/>
            <a:ext cx="2653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 column repeat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64851" cy="28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2731450" y="3568500"/>
            <a:ext cx="31941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Achievement no function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" name="Google Shape;74;p16"/>
          <p:cNvCxnSpPr/>
          <p:nvPr/>
        </p:nvCxnSpPr>
        <p:spPr>
          <a:xfrm flipH="1" rot="10800000">
            <a:off x="4625850" y="1035339"/>
            <a:ext cx="451500" cy="26433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25" y="67925"/>
            <a:ext cx="5323800" cy="200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25" y="2109450"/>
            <a:ext cx="4328873" cy="285349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/>
          <p:nvPr/>
        </p:nvSpPr>
        <p:spPr>
          <a:xfrm>
            <a:off x="107442" y="721886"/>
            <a:ext cx="5256000" cy="46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67925" y="1600700"/>
            <a:ext cx="5323800" cy="46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107450" y="2318378"/>
            <a:ext cx="835200" cy="46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56600" y="2787575"/>
            <a:ext cx="1340100" cy="126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4396800" y="2121335"/>
            <a:ext cx="46707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Issue 1: PIC Profile Name Display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When clicking PIC (Eddie / Jason) from Performance Summary, the PIC Profile page should display the selected PIC name.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Currently, the PIC name is not shown correctly.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417374" y="3374144"/>
            <a:ext cx="45060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Issue 2: PIC Profile Data Mismatch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Total Members shown in PIC Profile does not match the actual assigned members.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Eddie assigned members: 310+ members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PIC Profile shows Total Members: 613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402012" y="98786"/>
            <a:ext cx="357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All data (Total Members, Total Sales, Total Win/Lose, Total Sales Ticket) should be calculated based on the assigned members only.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1" y="39243"/>
            <a:ext cx="5068175" cy="30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3451919" y="1622418"/>
            <a:ext cx="1614300" cy="1482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8"/>
          <p:cNvCxnSpPr/>
          <p:nvPr/>
        </p:nvCxnSpPr>
        <p:spPr>
          <a:xfrm flipH="1" rot="10800000">
            <a:off x="3367441" y="2091793"/>
            <a:ext cx="854100" cy="11544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8"/>
          <p:cNvSpPr txBox="1"/>
          <p:nvPr/>
        </p:nvSpPr>
        <p:spPr>
          <a:xfrm>
            <a:off x="1913381" y="3083748"/>
            <a:ext cx="30000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Add Repeat Rate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</a:t>
            </a:r>
            <a:r>
              <a:rPr b="1" lang="en" sz="1100">
                <a:solidFill>
                  <a:schemeClr val="dk1"/>
                </a:solidFill>
              </a:rPr>
              <a:t>Total Repeat Rate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</a:t>
            </a:r>
            <a:r>
              <a:rPr b="1" lang="en" sz="1100">
                <a:solidFill>
                  <a:schemeClr val="dk1"/>
                </a:solidFill>
              </a:rPr>
              <a:t>Brand Repeat Rate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KG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LV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EP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574200" y="4106175"/>
            <a:ext cx="5469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Repeat Rate = Members with 2 or more successful deposits ÷ Total Active Members × 100%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0" y="69650"/>
            <a:ext cx="8083274" cy="25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46425"/>
            <a:ext cx="3916100" cy="377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5382331" y="430925"/>
            <a:ext cx="1661400" cy="384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231675" y="3849625"/>
            <a:ext cx="3733500" cy="973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4068500" y="2710346"/>
            <a:ext cx="49578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NS has the member transaction data, but Retention System cannot show the same data.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Please help check the data sync.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Member Details: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Name: Cheong Swee Leong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Phone Number: 60102019963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Username: 386808805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Please ensure all customer data is synced correctly, so we can search and take the correct action when following up with customers.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457002" cy="34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582050" y="3623700"/>
            <a:ext cx="31941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</a:t>
            </a:r>
            <a:r>
              <a:rPr lang="en" sz="1800">
                <a:solidFill>
                  <a:schemeClr val="dk2"/>
                </a:solidFill>
              </a:rPr>
              <a:t>tivity log</a:t>
            </a:r>
            <a:r>
              <a:rPr lang="en" sz="1800">
                <a:solidFill>
                  <a:schemeClr val="dk2"/>
                </a:solidFill>
              </a:rPr>
              <a:t> no function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73727" cy="3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5881150" y="2847150"/>
            <a:ext cx="771600" cy="50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99475" y="3419800"/>
            <a:ext cx="73629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Save button has no function.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When clicking the </a:t>
            </a:r>
            <a:r>
              <a:rPr b="1" lang="en" sz="1800">
                <a:solidFill>
                  <a:schemeClr val="dk1"/>
                </a:solidFill>
              </a:rPr>
              <a:t>Save</a:t>
            </a:r>
            <a:r>
              <a:rPr lang="en" sz="1800">
                <a:solidFill>
                  <a:schemeClr val="dk1"/>
                </a:solidFill>
              </a:rPr>
              <a:t> button, there is no response and the data is not saved.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6675"/>
            <a:ext cx="5315323" cy="327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/>
          <p:nvPr/>
        </p:nvSpPr>
        <p:spPr>
          <a:xfrm>
            <a:off x="166150" y="2542350"/>
            <a:ext cx="1828800" cy="50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95250" y="3419475"/>
            <a:ext cx="53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Hobby from dropdown to manual input.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57298" cy="3302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2016650" y="513525"/>
            <a:ext cx="1828800" cy="50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95250" y="3419475"/>
            <a:ext cx="53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</a:t>
            </a:r>
            <a:r>
              <a:rPr lang="en"/>
              <a:t>Provider Preference</a:t>
            </a:r>
            <a:r>
              <a:rPr lang="en"/>
              <a:t> from dropdown to manual input.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50" y="1870100"/>
            <a:ext cx="4987100" cy="31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/>
        </p:nvSpPr>
        <p:spPr>
          <a:xfrm>
            <a:off x="5294549" y="1761237"/>
            <a:ext cx="3628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Reward Report – Add Manual Reward Function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Requirement: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Add a manual reward function above the Reward Report table.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Admin can manually grant: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Token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Battle Point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Required fields: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Member Phone Number / Username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Reward Type (Token / Battle Point)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Amount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51" y="102850"/>
            <a:ext cx="4987101" cy="202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6041275" y="528150"/>
            <a:ext cx="14682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Sample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1" name="Google Shape;141;p24"/>
          <p:cNvCxnSpPr/>
          <p:nvPr/>
        </p:nvCxnSpPr>
        <p:spPr>
          <a:xfrm flipH="1">
            <a:off x="4928825" y="792600"/>
            <a:ext cx="1176300" cy="1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71976" cy="31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173966" y="3418232"/>
            <a:ext cx="5445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Member List – Add Date Filter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Please add the following filters to the Member List: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Daily / Monthly / Yearly / Select Dat</a:t>
            </a:r>
            <a:r>
              <a:rPr b="1" lang="en" sz="1100">
                <a:solidFill>
                  <a:schemeClr val="dk1"/>
                </a:solidFill>
              </a:rPr>
              <a:t>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133" y="618692"/>
            <a:ext cx="2652625" cy="37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5"/>
          <p:cNvCxnSpPr/>
          <p:nvPr/>
        </p:nvCxnSpPr>
        <p:spPr>
          <a:xfrm flipH="1" rot="10800000">
            <a:off x="2286000" y="840950"/>
            <a:ext cx="4626000" cy="2739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5"/>
          <p:cNvSpPr txBox="1"/>
          <p:nvPr/>
        </p:nvSpPr>
        <p:spPr>
          <a:xfrm>
            <a:off x="3708613" y="3352000"/>
            <a:ext cx="51105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Member List – Add Date Filter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Please add a </a:t>
            </a:r>
            <a:r>
              <a:rPr b="1" lang="en" sz="1100">
                <a:solidFill>
                  <a:schemeClr val="dk1"/>
                </a:solidFill>
              </a:rPr>
              <a:t>Date Filter</a:t>
            </a:r>
            <a:r>
              <a:rPr lang="en" sz="1100">
                <a:solidFill>
                  <a:schemeClr val="dk1"/>
                </a:solidFill>
              </a:rPr>
              <a:t> to the Member List.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If the </a:t>
            </a:r>
            <a:r>
              <a:rPr b="1" lang="en" sz="1100">
                <a:solidFill>
                  <a:schemeClr val="dk1"/>
                </a:solidFill>
              </a:rPr>
              <a:t>Admin only selects the Date</a:t>
            </a:r>
            <a:r>
              <a:rPr lang="en" sz="1100">
                <a:solidFill>
                  <a:schemeClr val="dk1"/>
                </a:solidFill>
              </a:rPr>
              <a:t> without selecting any other filter, the list will default to </a:t>
            </a:r>
            <a:r>
              <a:rPr b="1" lang="en" sz="1100">
                <a:solidFill>
                  <a:schemeClr val="dk1"/>
                </a:solidFill>
              </a:rPr>
              <a:t>Daily Sales – Highest to Lowest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If the </a:t>
            </a:r>
            <a:r>
              <a:rPr b="1" lang="en" sz="1100">
                <a:solidFill>
                  <a:schemeClr val="dk1"/>
                </a:solidFill>
              </a:rPr>
              <a:t>Admin selects any other filter option</a:t>
            </a:r>
            <a:r>
              <a:rPr lang="en" sz="1100">
                <a:solidFill>
                  <a:schemeClr val="dk1"/>
                </a:solidFill>
              </a:rPr>
              <a:t>, the results will follow the </a:t>
            </a:r>
            <a:r>
              <a:rPr b="1" lang="en" sz="1100">
                <a:solidFill>
                  <a:schemeClr val="dk1"/>
                </a:solidFill>
              </a:rPr>
              <a:t>selected Date + selected filter option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675150" y="397851"/>
            <a:ext cx="51105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Add Error transaction here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API will catch error </a:t>
            </a:r>
            <a:r>
              <a:rPr lang="en" sz="1100">
                <a:solidFill>
                  <a:schemeClr val="dk1"/>
                </a:solidFill>
              </a:rPr>
              <a:t>transaction</a:t>
            </a:r>
            <a:r>
              <a:rPr lang="en" sz="1100">
                <a:solidFill>
                  <a:schemeClr val="dk1"/>
                </a:solidFill>
              </a:rPr>
              <a:t> and show up here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Admin need to check and delete the error transaction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25" y="397850"/>
            <a:ext cx="1981201" cy="2701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6"/>
          <p:cNvCxnSpPr/>
          <p:nvPr/>
        </p:nvCxnSpPr>
        <p:spPr>
          <a:xfrm flipH="1">
            <a:off x="2122575" y="1941375"/>
            <a:ext cx="990300" cy="4974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